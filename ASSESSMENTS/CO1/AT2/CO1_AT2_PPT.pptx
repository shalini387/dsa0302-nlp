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307" r:id="rId3"/>
    <p:sldId id="291" r:id="rId4"/>
    <p:sldId id="283" r:id="rId5"/>
    <p:sldId id="302" r:id="rId6"/>
    <p:sldId id="312" r:id="rId7"/>
    <p:sldId id="285" r:id="rId8"/>
    <p:sldId id="311" r:id="rId9"/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141CE6-5A22-45D5-9F9D-A87A909B9C7D}" v="43" dt="2026-07-15T05:19:44.358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261C6-C874-4266-8DA4-D5C8AB8D757A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51400-28A9-47BE-8674-65E13802E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1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9710A6-DCAC-4770-83E0-DC1288B011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89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51400-28A9-47BE-8674-65E13802E5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10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DA246-63D0-4FD0-A280-893A2FFCA6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6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D55C-8376-9CC8-7296-70CCD69BD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0E0F9-9B78-7F29-6356-23102AD65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5E47E-A109-9E81-AA23-4CC91F0CE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029E2-1A5A-DD0E-06D5-BB23476A0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ADA246-63D0-4FD0-A280-893A2FFCA6C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0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5860-1ADB-4335-AB54-6B26DCCAC1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95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1D8BB-8A7F-3EA8-CD3E-7765B596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5D1BC-3AB3-256E-05DD-40618EDF5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226E3-ABF6-6D25-5AE3-6F84D6847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354B5-B916-46DE-1576-5D6512EB2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6D5860-1ADB-4335-AB54-6B26DCCAC1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4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4BF06-524A-6401-A495-16A616BD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DB02A-4345-4B0E-A259-795B853FE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76980-3BEF-D289-3F02-3B8BC6185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A774B-D9F7-A3EC-99DD-01CCE92D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E9A4-4498-BD82-90B3-78DF4E37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02AD6-E9CE-0469-B849-E069F883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2618-A489-700C-4A95-F88C047B5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3B09-16AC-8B0C-A871-28638382C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2FBC-6B9A-BC62-C4E8-774A393F8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BB0CC-5D3E-A812-F40A-2479FDE8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19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C758E-81FC-2550-4DB2-4A0A87C5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45C59-0B65-44ED-8F05-ADF03E860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97C44-7D3C-DF93-27BE-2E055927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BE15A-329A-D197-0704-1F72F4E6C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B5C4E-ABB5-92D8-D8B6-B7A0EE907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6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1EE7B-257A-84F1-EE28-67F215CC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F171D-FD09-7D24-85BF-7B2393465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D7845-0390-0F14-8414-ECEFA635C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356B7-7D6E-2F8D-52A8-CDC59538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EEF2E-2C23-D99A-F6D2-D159182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E7D96-DDA1-62FC-36C7-66ACD6D1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EFD1-6BDB-E62F-940F-CD24FDB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44920-D62C-2595-0973-C8A85841A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EA9EE-DAB5-4B72-FFC2-E92D4F69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EE19A-29C9-B95F-4A85-600858B71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CD92B9-0AA8-BABA-3ECB-D6945A8F5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C92597-DF28-10AA-9494-9757D03AC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24D688-2D8E-1C49-B054-A961274F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00A23-3E63-A391-E4B1-5EAE088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17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26076-7CFD-7AB4-ED45-6E3C26F5D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34127-26CD-604A-4189-0C55D81FC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E560E-8896-CA8D-75D2-0B19FE9F9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847A4-0BD0-0E52-4996-D205C9D4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81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716F0A-293F-F5EB-0D16-74A11780A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AE8E-FD6D-5FAE-C6F3-3C1B00FF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463EA-F731-7E96-BB4C-0FA3C8C4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85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173F-984A-76F5-F92F-3B1EF833D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7A59C-8FD8-4D8F-A490-DA39EC1D2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107-47C4-89AF-2C20-11D94F7F5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B83C2-38FB-6994-B403-DA11AE2A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B46C8-949C-18CA-0966-C51040A7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E7A8-5408-6196-993C-1274BA3F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40DCC-C845-E6CA-21F9-3B477F35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B6B1E-E5B3-0FB2-BA37-DD04B2F31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E623-86B6-28C8-AF9A-2121A2ABB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0D6C-E093-9F7D-791F-BB8A5295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1817E-C511-3B0C-F8BD-03B52E7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091EA-B629-7091-AC0B-36BD9F5E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2479-3DBF-A7DF-DD8A-C9F709C8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79878-211A-6389-B948-B7BFA7773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0074F-A418-DD7F-B1CE-C1546B210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D037A-67BF-7F41-2BB1-5B8B4076C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E1442B-C4A0-D453-6261-9A98F608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02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0C064-9ECE-AE5F-E1FC-1CB3CACA77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DFE698-631D-7A03-F265-7BE8CFF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3D4F8-AC0B-8E1E-5055-C7D5F4B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2D670-FBC3-4F13-54BB-1565A59D8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5F98A-A76B-3D6D-1A6A-996CADF3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1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7011D-9363-346A-D42A-442CA2806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43261-C74C-E799-D271-B1BF5C675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4FD77-3BE2-24F8-F97D-709B06958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47B87-E33C-43FB-81C0-B9993A325063}" type="datetimeFigureOut">
              <a:rPr lang="en-US" smtClean="0"/>
              <a:t>15-Jul-26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A0657-1E67-F183-DC7C-F885D8B2A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C978-2014-7708-3C34-79C18219C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FC169F-4CA2-46DF-ADDB-8E4E1F0B2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79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93847" y="4518655"/>
            <a:ext cx="4343399" cy="802784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b="1" spc="-15" dirty="0">
                <a:solidFill>
                  <a:srgbClr val="0C0C0C"/>
                </a:solidFill>
                <a:latin typeface="Times New Roman"/>
                <a:cs typeface="Times New Roman"/>
              </a:rPr>
              <a:t>K. SHALINI </a:t>
            </a:r>
            <a:r>
              <a:rPr lang="en-IN" b="1" spc="-15" dirty="0">
                <a:solidFill>
                  <a:srgbClr val="0C0C0C"/>
                </a:solidFill>
                <a:latin typeface="Times New Roman"/>
                <a:cs typeface="Times New Roman"/>
              </a:rPr>
              <a:t>[192472213]</a:t>
            </a:r>
            <a:endParaRPr lang="en-US" spc="-15" dirty="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7061" y="47473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293326" y="2251859"/>
            <a:ext cx="9605347" cy="1120178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Stemmer: Design, Working Mechanism, and Applications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397890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/>
                <a:cs typeface="Times New Roman"/>
              </a:rPr>
              <a:t>SAVEETHA</a:t>
            </a:r>
            <a:r>
              <a:rPr sz="2000" b="1" spc="-1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dirty="0">
                <a:latin typeface="Times New Roman"/>
                <a:cs typeface="Times New Roman"/>
              </a:rPr>
              <a:t> OF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MEDICAL</a:t>
            </a:r>
            <a:r>
              <a:rPr lang="en-US" sz="2000" b="1" spc="-25" dirty="0">
                <a:latin typeface="Times New Roman"/>
                <a:cs typeface="Times New Roman"/>
              </a:rPr>
              <a:t> </a:t>
            </a:r>
            <a:r>
              <a:rPr sz="2000" b="1" spc="-22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TECHNICAL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1E7D-30CD-1AD9-B818-0D96B874CCA3}"/>
              </a:ext>
            </a:extLst>
          </p:cNvPr>
          <p:cNvSpPr txBox="1"/>
          <p:nvPr/>
        </p:nvSpPr>
        <p:spPr>
          <a:xfrm>
            <a:off x="1591889" y="4571929"/>
            <a:ext cx="3820160" cy="81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>
              <a:lnSpc>
                <a:spcPct val="100000"/>
              </a:lnSpc>
              <a:spcBef>
                <a:spcPts val="620"/>
              </a:spcBef>
            </a:pPr>
            <a:r>
              <a:rPr lang="en-US" sz="24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lang="en-US" sz="24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US" sz="2400" b="1" dirty="0">
              <a:latin typeface="Times New Roman"/>
              <a:cs typeface="Times New Roman"/>
            </a:endParaRPr>
          </a:p>
          <a:p>
            <a:pPr marL="171450">
              <a:spcBef>
                <a:spcPts val="62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T. DEVI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2DF3EC-29F0-2899-A22C-844351DA543C}"/>
              </a:ext>
            </a:extLst>
          </p:cNvPr>
          <p:cNvSpPr txBox="1"/>
          <p:nvPr/>
        </p:nvSpPr>
        <p:spPr>
          <a:xfrm>
            <a:off x="2825619" y="3631132"/>
            <a:ext cx="61194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5"/>
              </a:spcBef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0302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57F31-D3AF-B52F-A2BD-E8777E4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FD41B-EDC8-670C-E8B5-F0DD19EB4C8B}"/>
              </a:ext>
            </a:extLst>
          </p:cNvPr>
          <p:cNvSpPr txBox="1"/>
          <p:nvPr/>
        </p:nvSpPr>
        <p:spPr>
          <a:xfrm>
            <a:off x="-157734" y="45429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FE09E4A-60B1-488D-173F-29EDA0E195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A4C89D2-4AC4-C0E2-9A44-A0305FCA50C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8045CEB3-3154-BC91-5ECD-890C06CEC0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FCC9CA0-F155-2A91-3908-6B6BC9E3C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143" y="1797187"/>
            <a:ext cx="5724413" cy="412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enables computers to understand human language.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text analysis, words must be normalized. 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one of the most widely used stemming algorithms for text preprocessing.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→ Run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 → Play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→ Studi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5F2D78-F594-EE64-7F89-6009E315812B}"/>
              </a:ext>
            </a:extLst>
          </p:cNvPr>
          <p:cNvSpPr txBox="1"/>
          <p:nvPr/>
        </p:nvSpPr>
        <p:spPr>
          <a:xfrm>
            <a:off x="2934393" y="3248490"/>
            <a:ext cx="6168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97E821-95BB-79FB-27A8-BA675CB01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590" y="1797187"/>
            <a:ext cx="4747276" cy="412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27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8C71-17AD-0293-9063-96ECF6F51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34F3F486-03FC-FF76-400E-D1B75F7119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C875759-AEC6-3712-4A08-1B2E514FCBA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10" name="AutoShape 4" descr="Image of ">
            <a:extLst>
              <a:ext uri="{FF2B5EF4-FFF2-40B4-BE49-F238E27FC236}">
                <a16:creationId xmlns:a16="http://schemas.microsoft.com/office/drawing/2014/main" id="{FE95E641-CBFD-5F4C-E55B-D6CB75CEE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41600" y="2971800"/>
            <a:ext cx="1239520" cy="123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80770-556C-8987-AAC1-638A97345E10}"/>
              </a:ext>
            </a:extLst>
          </p:cNvPr>
          <p:cNvSpPr txBox="1"/>
          <p:nvPr/>
        </p:nvSpPr>
        <p:spPr>
          <a:xfrm>
            <a:off x="0" y="515389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Porter Stemmer?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D2FEE2-D0B9-C323-FF11-3422C86F610C}"/>
              </a:ext>
            </a:extLst>
          </p:cNvPr>
          <p:cNvSpPr txBox="1"/>
          <p:nvPr/>
        </p:nvSpPr>
        <p:spPr>
          <a:xfrm>
            <a:off x="825720" y="1735988"/>
            <a:ext cx="96884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stemming algorithm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Porter in 1980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removes common suffixes from English words to produce their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 (base form)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different word forms to a common 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text processing efficiency.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vocabulary size.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text for NLP tasks.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D4DA348-13A9-A1B1-463B-6ECAE3215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958575"/>
              </p:ext>
            </p:extLst>
          </p:nvPr>
        </p:nvGraphicFramePr>
        <p:xfrm>
          <a:off x="825720" y="4211320"/>
          <a:ext cx="510263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51315">
                  <a:extLst>
                    <a:ext uri="{9D8B030D-6E8A-4147-A177-3AD203B41FA5}">
                      <a16:colId xmlns:a16="http://schemas.microsoft.com/office/drawing/2014/main" val="1651857427"/>
                    </a:ext>
                  </a:extLst>
                </a:gridCol>
                <a:gridCol w="2551315">
                  <a:extLst>
                    <a:ext uri="{9D8B030D-6E8A-4147-A177-3AD203B41FA5}">
                      <a16:colId xmlns:a16="http://schemas.microsoft.com/office/drawing/2014/main" val="4025317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Stemmed 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22985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0424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283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1304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Foxes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580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69239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D793085-C5B1-859D-19D6-70483105AA7A}"/>
              </a:ext>
            </a:extLst>
          </p:cNvPr>
          <p:cNvSpPr txBox="1"/>
          <p:nvPr/>
        </p:nvSpPr>
        <p:spPr>
          <a:xfrm>
            <a:off x="3047189" y="324433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B206CA8-08C7-E278-66FC-31062891D2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3122" y="2971800"/>
            <a:ext cx="4876801" cy="2980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39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1BD3-2D47-67BD-747F-3A4FF0C60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97D9B-89BA-EFF3-7CCE-BC7083AAC52C}"/>
              </a:ext>
            </a:extLst>
          </p:cNvPr>
          <p:cNvSpPr txBox="1"/>
          <p:nvPr/>
        </p:nvSpPr>
        <p:spPr>
          <a:xfrm>
            <a:off x="1" y="61500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Mechanism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89B4382E-0511-23A6-19A2-74771568EF2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9D3B425-FE12-9479-DDB1-E5717867375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FF94EB-B21A-9258-35FB-8BE67407A35C}"/>
              </a:ext>
            </a:extLst>
          </p:cNvPr>
          <p:cNvSpPr txBox="1"/>
          <p:nvPr/>
        </p:nvSpPr>
        <p:spPr>
          <a:xfrm>
            <a:off x="953193" y="2107533"/>
            <a:ext cx="4052453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Porter Stemmer Works :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applies a sequence of predefined rules to remove suffixes.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input word.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common suffixes.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stemming rules.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suffix.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the stemmed word.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BE2148-4DA4-ECE8-453E-B320E59A5016}"/>
              </a:ext>
            </a:extLst>
          </p:cNvPr>
          <p:cNvSpPr txBox="1"/>
          <p:nvPr/>
        </p:nvSpPr>
        <p:spPr>
          <a:xfrm>
            <a:off x="6874626" y="2231267"/>
            <a:ext cx="1359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EBD9CC-A321-0B24-7F62-46A22C90C78C}"/>
              </a:ext>
            </a:extLst>
          </p:cNvPr>
          <p:cNvSpPr txBox="1"/>
          <p:nvPr/>
        </p:nvSpPr>
        <p:spPr>
          <a:xfrm>
            <a:off x="6654338" y="2964740"/>
            <a:ext cx="235665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Word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Suffix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Rule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Suffix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Stemmed Word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CEEA70-6F06-DAC8-A9A5-CE3E1D32BBC5}"/>
              </a:ext>
            </a:extLst>
          </p:cNvPr>
          <p:cNvSpPr txBox="1"/>
          <p:nvPr/>
        </p:nvSpPr>
        <p:spPr>
          <a:xfrm>
            <a:off x="9630295" y="2231267"/>
            <a:ext cx="16085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53AA9D-860D-4254-7D4D-01BB99F89E09}"/>
              </a:ext>
            </a:extLst>
          </p:cNvPr>
          <p:cNvSpPr txBox="1"/>
          <p:nvPr/>
        </p:nvSpPr>
        <p:spPr>
          <a:xfrm>
            <a:off x="9681555" y="2964740"/>
            <a:ext cx="19908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"-ions"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</a:p>
        </p:txBody>
      </p:sp>
    </p:spTree>
    <p:extLst>
      <p:ext uri="{BB962C8B-B14F-4D97-AF65-F5344CB8AC3E}">
        <p14:creationId xmlns:p14="http://schemas.microsoft.com/office/powerpoint/2010/main" val="4082278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6A81E-1B63-E255-7143-927A87982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C6AA83FF-3DB0-9CB1-14FD-7CCCAD8088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B21EE01-EE9D-DB4E-3649-BAA5D32B535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8EFDF4-D7EC-F10B-9AFD-00DFCB0FDF60}"/>
              </a:ext>
            </a:extLst>
          </p:cNvPr>
          <p:cNvSpPr txBox="1"/>
          <p:nvPr/>
        </p:nvSpPr>
        <p:spPr>
          <a:xfrm>
            <a:off x="0" y="61500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Implementation (Execution)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8CDA9-BB17-B5A0-E665-DD399E23CC77}"/>
              </a:ext>
            </a:extLst>
          </p:cNvPr>
          <p:cNvSpPr txBox="1"/>
          <p:nvPr/>
        </p:nvSpPr>
        <p:spPr>
          <a:xfrm>
            <a:off x="524992" y="2101953"/>
            <a:ext cx="64885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 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from NLTK 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Code :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from </a:t>
            </a:r>
            <a:r>
              <a:rPr lang="en-US" sz="2000" dirty="0" err="1">
                <a:latin typeface="Courier New" panose="02070309020205020404" pitchFamily="49" charset="0"/>
              </a:rPr>
              <a:t>nltk.stem</a:t>
            </a:r>
            <a:r>
              <a:rPr lang="en-US" sz="2000" dirty="0">
                <a:latin typeface="Courier New" panose="02070309020205020404" pitchFamily="49" charset="0"/>
              </a:rPr>
              <a:t> import </a:t>
            </a:r>
            <a:r>
              <a:rPr lang="en-US" sz="2000" dirty="0" err="1">
                <a:latin typeface="Courier New" panose="02070309020205020404" pitchFamily="49" charset="0"/>
              </a:rPr>
              <a:t>PorterStemmer</a:t>
            </a:r>
            <a:endParaRPr lang="en-US" sz="20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 err="1">
                <a:latin typeface="Courier New" panose="02070309020205020404" pitchFamily="49" charset="0"/>
              </a:rPr>
              <a:t>ps</a:t>
            </a:r>
            <a:r>
              <a:rPr lang="en-US" sz="2000" dirty="0">
                <a:latin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</a:rPr>
              <a:t>PorterStemmer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</a:p>
          <a:p>
            <a:pPr rtl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words = ["</a:t>
            </a:r>
            <a:r>
              <a:rPr lang="en-US" sz="2000" dirty="0" err="1">
                <a:latin typeface="Courier New" panose="02070309020205020404" pitchFamily="49" charset="0"/>
              </a:rPr>
              <a:t>running","playing","studies</a:t>
            </a:r>
            <a:r>
              <a:rPr lang="en-US" sz="2000" dirty="0">
                <a:latin typeface="Courier New" panose="02070309020205020404" pitchFamily="49" charset="0"/>
              </a:rPr>
              <a:t>"]</a:t>
            </a:r>
          </a:p>
          <a:p>
            <a:pPr rtl="0">
              <a:buNone/>
            </a:pPr>
            <a:endParaRPr lang="en-US" sz="2000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for word in words:</a:t>
            </a:r>
          </a:p>
          <a:p>
            <a:pPr rtl="0">
              <a:buNone/>
            </a:pPr>
            <a:r>
              <a:rPr lang="en-US" sz="2000" dirty="0">
                <a:latin typeface="Courier New" panose="02070309020205020404" pitchFamily="49" charset="0"/>
              </a:rPr>
              <a:t>    print(word,"-&gt;",</a:t>
            </a:r>
            <a:r>
              <a:rPr lang="en-US" sz="2000" dirty="0" err="1">
                <a:latin typeface="Courier New" panose="02070309020205020404" pitchFamily="49" charset="0"/>
              </a:rPr>
              <a:t>ps.stem</a:t>
            </a:r>
            <a:r>
              <a:rPr lang="en-US" sz="2000" dirty="0">
                <a:latin typeface="Courier New" panose="02070309020205020404" pitchFamily="49" charset="0"/>
              </a:rPr>
              <a:t>(word))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3CE356-CCA3-4A36-BB25-E053750B95F7}"/>
              </a:ext>
            </a:extLst>
          </p:cNvPr>
          <p:cNvSpPr txBox="1"/>
          <p:nvPr/>
        </p:nvSpPr>
        <p:spPr>
          <a:xfrm>
            <a:off x="7540905" y="2051013"/>
            <a:ext cx="4563103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: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 → run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playing  → play</a:t>
            </a:r>
          </a:p>
          <a:p>
            <a:pPr rtl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 →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 Demonstration 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multiple words.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Stem Words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original and stemmed words instantly.</a:t>
            </a:r>
          </a:p>
        </p:txBody>
      </p:sp>
    </p:spTree>
    <p:extLst>
      <p:ext uri="{BB962C8B-B14F-4D97-AF65-F5344CB8AC3E}">
        <p14:creationId xmlns:p14="http://schemas.microsoft.com/office/powerpoint/2010/main" val="214995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E17DA-4561-A4D2-E6C7-50628939B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6E723114-A9FF-8985-5925-A3353B33BA3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8A386CD-91C7-EA0F-F8F3-3F704818149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D9C66D-23C9-9847-425E-B6F4B1FC4CEF}"/>
              </a:ext>
            </a:extLst>
          </p:cNvPr>
          <p:cNvSpPr txBox="1"/>
          <p:nvPr/>
        </p:nvSpPr>
        <p:spPr>
          <a:xfrm>
            <a:off x="0" y="615006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8539CB-5934-FE56-BE65-D769829B1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1738" y="1391241"/>
            <a:ext cx="6637595" cy="506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38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D6B11-86FB-0D40-33F7-5A25B5F8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7E8437BA-A962-7FD1-D03B-7C2BEB828B0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F02C39E-6DDB-B0CF-F6BB-C6D69E9C523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EDC165-25AE-4A47-93C7-DACD59D1AE08}"/>
              </a:ext>
            </a:extLst>
          </p:cNvPr>
          <p:cNvSpPr txBox="1"/>
          <p:nvPr/>
        </p:nvSpPr>
        <p:spPr>
          <a:xfrm>
            <a:off x="0" y="570703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Applications, Advantages &amp; Limitations</a:t>
            </a:r>
            <a:endParaRPr lang="en-US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EC89F4-419E-8E07-8445-7A3D7A149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519155"/>
              </p:ext>
            </p:extLst>
          </p:nvPr>
        </p:nvGraphicFramePr>
        <p:xfrm>
          <a:off x="632299" y="1838527"/>
          <a:ext cx="10960083" cy="436771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3361">
                  <a:extLst>
                    <a:ext uri="{9D8B030D-6E8A-4147-A177-3AD203B41FA5}">
                      <a16:colId xmlns:a16="http://schemas.microsoft.com/office/drawing/2014/main" val="336406012"/>
                    </a:ext>
                  </a:extLst>
                </a:gridCol>
                <a:gridCol w="3653361">
                  <a:extLst>
                    <a:ext uri="{9D8B030D-6E8A-4147-A177-3AD203B41FA5}">
                      <a16:colId xmlns:a16="http://schemas.microsoft.com/office/drawing/2014/main" val="2695968009"/>
                    </a:ext>
                  </a:extLst>
                </a:gridCol>
                <a:gridCol w="3653361">
                  <a:extLst>
                    <a:ext uri="{9D8B030D-6E8A-4147-A177-3AD203B41FA5}">
                      <a16:colId xmlns:a16="http://schemas.microsoft.com/office/drawing/2014/main" val="1874072828"/>
                    </a:ext>
                  </a:extLst>
                </a:gridCol>
              </a:tblGrid>
              <a:tr h="426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630106"/>
                  </a:ext>
                </a:extLst>
              </a:tr>
              <a:tr h="745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Retrieval Systems (Google Search, Digital Libraries)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and 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always produce valid dictionary words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7518467"/>
                  </a:ext>
                </a:extLst>
              </a:tr>
              <a:tr h="745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Engines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vocabulary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over-stem or under-stem words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344544"/>
                  </a:ext>
                </a:extLst>
              </a:tr>
              <a:tr h="426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Chatbots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NLP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mainly for English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623832"/>
                  </a:ext>
                </a:extLst>
              </a:tr>
              <a:tr h="426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implement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understand word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172539"/>
                  </a:ext>
                </a:extLst>
              </a:tr>
              <a:tr h="426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Spam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Increases search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lose semantic 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6939614"/>
                  </a:ext>
                </a:extLst>
              </a:tr>
              <a:tr h="745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storage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 suitable for highly inflected languages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279793"/>
                  </a:ext>
                </a:extLst>
              </a:tr>
              <a:tr h="426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 Clustering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text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012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2888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BF6E8-AE18-78FB-1160-3612E6CD8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11C36A11-FD16-5228-DF07-CA37DEE9DE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99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3DBF5BD4-8B8D-DEF2-0054-5A6B79456D7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72497" y="191643"/>
            <a:ext cx="1520062" cy="13428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F704E3-6CCA-55A3-4F18-7B58C4993038}"/>
              </a:ext>
            </a:extLst>
          </p:cNvPr>
          <p:cNvSpPr txBox="1"/>
          <p:nvPr/>
        </p:nvSpPr>
        <p:spPr>
          <a:xfrm>
            <a:off x="0" y="570703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US" sz="3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916128-A582-ABCD-EB11-C35D8ADC2026}"/>
              </a:ext>
            </a:extLst>
          </p:cNvPr>
          <p:cNvSpPr txBox="1"/>
          <p:nvPr/>
        </p:nvSpPr>
        <p:spPr>
          <a:xfrm>
            <a:off x="680923" y="1534538"/>
            <a:ext cx="9408650" cy="4838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Porter Stemmer is one of the most popular stemming algorithms in NLP.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removes suffixes to generate stem words.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text preprocessing and reduces computational complexity.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search engines, text mining, and information retrieval systems.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multiple languages.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stemming accuracy using machine learning.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stemming with lemmatization.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for context-aware word normalization.</a:t>
            </a:r>
          </a:p>
        </p:txBody>
      </p:sp>
    </p:spTree>
    <p:extLst>
      <p:ext uri="{BB962C8B-B14F-4D97-AF65-F5344CB8AC3E}">
        <p14:creationId xmlns:p14="http://schemas.microsoft.com/office/powerpoint/2010/main" val="1558088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3638C3-FC1E-115B-AB11-EB3DABA86C37}"/>
              </a:ext>
            </a:extLst>
          </p:cNvPr>
          <p:cNvSpPr txBox="1"/>
          <p:nvPr/>
        </p:nvSpPr>
        <p:spPr>
          <a:xfrm>
            <a:off x="2909455" y="2510444"/>
            <a:ext cx="7070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4763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483</Words>
  <Application>Microsoft Office PowerPoint</Application>
  <PresentationFormat>Widescreen</PresentationFormat>
  <Paragraphs>129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Times New Roman</vt:lpstr>
      <vt:lpstr>Wingdings</vt:lpstr>
      <vt:lpstr>Office Theme</vt:lpstr>
      <vt:lpstr>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shalini kuppam</dc:creator>
  <cp:lastModifiedBy>shalini kuppam</cp:lastModifiedBy>
  <cp:revision>6</cp:revision>
  <dcterms:created xsi:type="dcterms:W3CDTF">2026-05-12T03:48:28Z</dcterms:created>
  <dcterms:modified xsi:type="dcterms:W3CDTF">2026-07-15T05:35:28Z</dcterms:modified>
</cp:coreProperties>
</file>